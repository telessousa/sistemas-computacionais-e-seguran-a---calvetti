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Bitter Medium"/>
      <p:regular r:id="rId14"/>
    </p:embeddedFont>
    <p:embeddedFont>
      <p:font typeface="Bitter Medium"/>
      <p:regular r:id="rId15"/>
    </p:embeddedFont>
    <p:embeddedFont>
      <p:font typeface="Bitter Medium"/>
      <p:regular r:id="rId16"/>
    </p:embeddedFont>
    <p:embeddedFont>
      <p:font typeface="Bitter Medium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Ruas Smart com Iluminação Reativa: IoT para Cidades Inteligentes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26475"/>
            <a:ext cx="695229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 Desafio da Segurança Noturna 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2336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Ruas mal iluminadas são frequentemente associadas a um maior risco de incidentes criminais e uma reduzida sensação de segurança.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214568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321456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3471863"/>
            <a:ext cx="34634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Percepção de Insegurança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962281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baixa iluminação contribui para o medo e a evasão de espaços públicos após o anoitecer.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172194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310" y="517219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1" name="Text 8"/>
          <p:cNvSpPr/>
          <p:nvPr/>
        </p:nvSpPr>
        <p:spPr>
          <a:xfrm>
            <a:off x="1142524" y="5429488"/>
            <a:ext cx="3601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Oportunidade para o Crime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2524" y="591990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Áreas escuras fornecem cobertura para atividades criminosas e abusivas, dificultando a identificação e a prevenção.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7915" y="618292"/>
            <a:ext cx="7447955" cy="49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Conceito: Iluminação Reativa Inteligente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177915" y="1408509"/>
            <a:ext cx="7760970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Propomos um sistema avançado de iluminação pública que se adapta dinamicamente ao ambiente, utilizando a Internet das Coisas (IoT) para otimizar segurança e eficiência energética.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77915" y="2578656"/>
            <a:ext cx="3781663" cy="2575560"/>
          </a:xfrm>
          <a:prstGeom prst="roundRect">
            <a:avLst>
              <a:gd name="adj" fmla="val 322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83060" y="2783800"/>
            <a:ext cx="592693" cy="592693"/>
          </a:xfrm>
          <a:prstGeom prst="roundRect">
            <a:avLst>
              <a:gd name="adj" fmla="val 15426343"/>
            </a:avLst>
          </a:prstGeom>
          <a:solidFill>
            <a:srgbClr val="D2600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6056" y="2946797"/>
            <a:ext cx="26670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3060" y="3574018"/>
            <a:ext cx="2469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Iluminação Reativa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83060" y="4001095"/>
            <a:ext cx="3371374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Aumenta o nível de luz ao detectar pedestres, especialmente quando estão sozinhos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0157103" y="2578656"/>
            <a:ext cx="3781782" cy="2575560"/>
          </a:xfrm>
          <a:prstGeom prst="roundRect">
            <a:avLst>
              <a:gd name="adj" fmla="val 322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62248" y="2783800"/>
            <a:ext cx="592693" cy="592693"/>
          </a:xfrm>
          <a:prstGeom prst="roundRect">
            <a:avLst>
              <a:gd name="adj" fmla="val 15426343"/>
            </a:avLst>
          </a:prstGeom>
          <a:solidFill>
            <a:srgbClr val="D2600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5244" y="2946797"/>
            <a:ext cx="266700" cy="266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2248" y="3574018"/>
            <a:ext cx="2469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Vigilância Ativa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0362248" y="4001095"/>
            <a:ext cx="3371493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Câmeras com IA ativam alta resolução e análise ao detectar movimento suspeito.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177915" y="5351740"/>
            <a:ext cx="7760970" cy="2259568"/>
          </a:xfrm>
          <a:prstGeom prst="roundRect">
            <a:avLst>
              <a:gd name="adj" fmla="val 367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83060" y="5556885"/>
            <a:ext cx="592693" cy="592693"/>
          </a:xfrm>
          <a:prstGeom prst="roundRect">
            <a:avLst>
              <a:gd name="adj" fmla="val 15426343"/>
            </a:avLst>
          </a:prstGeom>
          <a:solidFill>
            <a:srgbClr val="D2600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6056" y="5719882"/>
            <a:ext cx="266700" cy="266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3060" y="6347103"/>
            <a:ext cx="2469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Alertas Instantâneos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383060" y="6774180"/>
            <a:ext cx="7350681" cy="63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Notificações são enviadas a centrais de segurança e equipes em campo em tempo real.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717" y="467320"/>
            <a:ext cx="6792397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Objetivo Principal: Reduzir a Criminalidade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94717" y="1231940"/>
            <a:ext cx="13440966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proposta principal é combater diretamente a criminalidade noturna e fornecer um ambiente urbano onde cidadãos se sintam seguros para circular a qualquer hora.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717" y="1847731"/>
            <a:ext cx="6513195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deste sistema visa 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717" y="2272427"/>
            <a:ext cx="6513195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significativa de assaltos e assédios em vias públicas com baixa luminosidade.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717" y="2875478"/>
            <a:ext cx="6513195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Aumento da sensação de segurança e bem-estar da população.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717" y="3206710"/>
            <a:ext cx="6513195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de um inibidor visível e tecnológico para atividades criminosas, fortalecendo suas devidas punições.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108" y="1885950"/>
            <a:ext cx="6513195" cy="6513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1410"/>
            <a:ext cx="48910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Tecnologias Envolvidas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220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espinha dorsal do nosso sistema é a integração harmoniosa de hardware e software avançados.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0228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8F0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749748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44006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644140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3472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Sensores IoT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383762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Dispositivos de baixo consumo que detectam presença, movimento e condições ambientais.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780228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2749748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44006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644140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347204"/>
            <a:ext cx="3333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Inteligência Artificial (IA)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85842" y="383762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aprendizado de máquina para análise de vídeo em tempo real e detecção de anomalias.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93790" y="5387697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8F0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5357217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50475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251609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084" y="5954673"/>
            <a:ext cx="32284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Conectividade Avançada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051084" y="644509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Redes de comunicação robustas (5G, LoRaWAN) para transmissão rápida de dados e alertas.</a:t>
            </a:r>
            <a:endParaRPr lang="en-US" sz="1750" dirty="0"/>
          </a:p>
        </p:txBody>
      </p:sp>
      <p:sp>
        <p:nvSpPr>
          <p:cNvPr id="22" name="Shape 17"/>
          <p:cNvSpPr/>
          <p:nvPr/>
        </p:nvSpPr>
        <p:spPr>
          <a:xfrm>
            <a:off x="7428548" y="5387697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8F0"/>
          </a:solidFill>
          <a:ln/>
        </p:spPr>
      </p:sp>
      <p:sp>
        <p:nvSpPr>
          <p:cNvPr id="23" name="Shape 18"/>
          <p:cNvSpPr/>
          <p:nvPr/>
        </p:nvSpPr>
        <p:spPr>
          <a:xfrm>
            <a:off x="7428548" y="5357217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24" name="Shape 19"/>
          <p:cNvSpPr/>
          <p:nvPr/>
        </p:nvSpPr>
        <p:spPr>
          <a:xfrm>
            <a:off x="10292298" y="50475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2600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371" y="5251609"/>
            <a:ext cx="272177" cy="27217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85842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Plataforma de Gestão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685842" y="6445091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centralizado para controle, monitoramento e análise de dados de todo o sistema.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3742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Conclusão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423166"/>
            <a:ext cx="130428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projeto Ruas Smart demonstra uma aplicação inovadora estratégica de IoT para aprimorar a segurança urbana. A proposta apresenta viabilidade técnica, ganho operacional, redução potencial de incidentes e melhor experiência para o cidadão, consolidando-se como uma solução alinhada às principais diretrizes de cidades inteligentes e gestão pública moderna.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492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OBRIGADO!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2025-11-25T23:53:50Z</dcterms:created>
  <dcterms:modified xsi:type="dcterms:W3CDTF">2025-11-25T23:53:50Z</dcterms:modified>
</cp:coreProperties>
</file>